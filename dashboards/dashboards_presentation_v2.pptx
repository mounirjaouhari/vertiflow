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34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94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34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79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29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39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99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3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46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95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7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78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1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9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9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2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67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1</cp:revision>
  <dcterms:created xsi:type="dcterms:W3CDTF">2026-01-06T13:01:23Z</dcterms:created>
  <dcterms:modified xsi:type="dcterms:W3CDTF">2026-01-06T13:01:42Z</dcterms:modified>
</cp:coreProperties>
</file>