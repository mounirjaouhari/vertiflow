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34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94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34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795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29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39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99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38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46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95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7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E283D-E1B4-4020-9912-0C8A88A650F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05118-74B2-4185-9656-0920E2310D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78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1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9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9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2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6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7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1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5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0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223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0</Words>
  <Application>Microsoft Office PowerPoint</Application>
  <PresentationFormat>Grand écran</PresentationFormat>
  <Paragraphs>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8</cp:revision>
  <dcterms:created xsi:type="dcterms:W3CDTF">2026-01-06T13:01:23Z</dcterms:created>
  <dcterms:modified xsi:type="dcterms:W3CDTF">2026-01-06T22:25:47Z</dcterms:modified>
</cp:coreProperties>
</file>